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Relationship Id="rId4" Type="http://schemas.openxmlformats.org/officeDocument/2006/relationships/image" Target="../media/image3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Relationship Id="rId5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1.000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340 x 190 x 15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Maçaranduba.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1.000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 200 kits.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O número escolhido foi de 1.000 kits por semana pois foi levado em conta a quantidade de horas no turno de trabalho, a </a:t>
            </a:r>
            <a:r>
              <a:rPr lang="en-US" sz="1000">
                <a:solidFill>
                  <a:schemeClr val="lt1"/>
                </a:solidFill>
              </a:rPr>
              <a:t>eficiência</a:t>
            </a:r>
            <a:r>
              <a:rPr lang="en-US" sz="10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0" name="Picture 349" descr="layout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263852"/>
            <a:ext cx="8961120" cy="38064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Picture 356" descr="mapofluxograma_ren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6702376"/>
            <a:ext cx="8961120" cy="-16320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1.500 W | 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 1.500 W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200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 / 8 = 25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25 / 0,85 x 0,97 = 30,3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do laser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laser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 Laser Fibra CNC foi dimensionado para o corte dos blanks de faca e garfo em chapa AISI 420. Considerando a demanda de 1.000 kits por semana (200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Laser Fibra CNC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lasers para meta de 1.000 kits/semana (200/dia + rejeitos).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Laser Fibra CNC é suficiente para a demanda, operando com utilização de 49%.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200 / 0,97 = 206,2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80 × 7 × 0,85 × 0,92 = 437 kits/dia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laser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384 m² (24 × 16 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5" name="Picture 4" descr="fluxo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5" name="Picture 4" descr="fluxo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